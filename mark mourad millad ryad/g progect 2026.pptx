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Codec Pro" panose="020B0604020202020204" charset="0"/>
      <p:regular r:id="rId7"/>
    </p:embeddedFont>
    <p:embeddedFont>
      <p:font typeface="Codec Pro Bold" panose="020B060402020202020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wnloads.mysql.com/docs/sakila-db.zip" TargetMode="External"/><Relationship Id="rId5" Type="http://schemas.openxmlformats.org/officeDocument/2006/relationships/hyperlink" Target="https://ecommerce-playground.lambdatest.io" TargetMode="External"/><Relationship Id="rId4" Type="http://schemas.openxmlformats.org/officeDocument/2006/relationships/hyperlink" Target="https://automationexercise.com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-2971800"/>
            <a:ext cx="16230600" cy="1623060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613935" y="-1386565"/>
            <a:ext cx="13060129" cy="1306012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290693" y="290193"/>
            <a:ext cx="9706614" cy="970661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227894" y="3377535"/>
            <a:ext cx="5844657" cy="568695"/>
            <a:chOff x="0" y="0"/>
            <a:chExt cx="1539334" cy="1497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39334" cy="149780"/>
            </a:xfrm>
            <a:custGeom>
              <a:avLst/>
              <a:gdLst/>
              <a:ahLst/>
              <a:cxnLst/>
              <a:rect l="l" t="t" r="r" b="b"/>
              <a:pathLst>
                <a:path w="1539334" h="149780">
                  <a:moveTo>
                    <a:pt x="67555" y="0"/>
                  </a:moveTo>
                  <a:lnTo>
                    <a:pt x="1471778" y="0"/>
                  </a:lnTo>
                  <a:cubicBezTo>
                    <a:pt x="1509088" y="0"/>
                    <a:pt x="1539334" y="30246"/>
                    <a:pt x="1539334" y="67555"/>
                  </a:cubicBezTo>
                  <a:lnTo>
                    <a:pt x="1539334" y="82224"/>
                  </a:lnTo>
                  <a:cubicBezTo>
                    <a:pt x="1539334" y="100141"/>
                    <a:pt x="1532216" y="117324"/>
                    <a:pt x="1519547" y="129993"/>
                  </a:cubicBezTo>
                  <a:cubicBezTo>
                    <a:pt x="1506878" y="142662"/>
                    <a:pt x="1489695" y="149780"/>
                    <a:pt x="1471778" y="149780"/>
                  </a:cubicBezTo>
                  <a:lnTo>
                    <a:pt x="67555" y="149780"/>
                  </a:lnTo>
                  <a:cubicBezTo>
                    <a:pt x="49639" y="149780"/>
                    <a:pt x="32456" y="142662"/>
                    <a:pt x="19787" y="129993"/>
                  </a:cubicBezTo>
                  <a:cubicBezTo>
                    <a:pt x="7117" y="117324"/>
                    <a:pt x="0" y="100141"/>
                    <a:pt x="0" y="82224"/>
                  </a:cubicBezTo>
                  <a:lnTo>
                    <a:pt x="0" y="67555"/>
                  </a:lnTo>
                  <a:cubicBezTo>
                    <a:pt x="0" y="49639"/>
                    <a:pt x="7117" y="32456"/>
                    <a:pt x="19787" y="19787"/>
                  </a:cubicBezTo>
                  <a:cubicBezTo>
                    <a:pt x="32456" y="7117"/>
                    <a:pt x="49639" y="0"/>
                    <a:pt x="6755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539334" cy="159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r>
                <a:rPr lang="en-US" sz="1900" b="1">
                  <a:solidFill>
                    <a:srgbClr val="202020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Youssef Hossam Eldein Mostafa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1640914" y="4164359"/>
            <a:ext cx="1946042" cy="1958281"/>
          </a:xfrm>
          <a:custGeom>
            <a:avLst/>
            <a:gdLst/>
            <a:ahLst/>
            <a:cxnLst/>
            <a:rect l="l" t="t" r="r" b="b"/>
            <a:pathLst>
              <a:path w="1946042" h="1958281">
                <a:moveTo>
                  <a:pt x="0" y="0"/>
                </a:moveTo>
                <a:lnTo>
                  <a:pt x="1946042" y="0"/>
                </a:lnTo>
                <a:lnTo>
                  <a:pt x="1946042" y="1958282"/>
                </a:lnTo>
                <a:lnTo>
                  <a:pt x="0" y="19582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4368578" y="-867185"/>
            <a:ext cx="2300288" cy="2314755"/>
          </a:xfrm>
          <a:custGeom>
            <a:avLst/>
            <a:gdLst/>
            <a:ahLst/>
            <a:cxnLst/>
            <a:rect l="l" t="t" r="r" b="b"/>
            <a:pathLst>
              <a:path w="2300288" h="2314755">
                <a:moveTo>
                  <a:pt x="0" y="0"/>
                </a:moveTo>
                <a:lnTo>
                  <a:pt x="2300288" y="0"/>
                </a:lnTo>
                <a:lnTo>
                  <a:pt x="2300288" y="2314756"/>
                </a:lnTo>
                <a:lnTo>
                  <a:pt x="0" y="23147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2431536" y="7480212"/>
            <a:ext cx="1065189" cy="1071889"/>
          </a:xfrm>
          <a:custGeom>
            <a:avLst/>
            <a:gdLst/>
            <a:ahLst/>
            <a:cxnLst/>
            <a:rect l="l" t="t" r="r" b="b"/>
            <a:pathLst>
              <a:path w="1065189" h="1071889">
                <a:moveTo>
                  <a:pt x="0" y="0"/>
                </a:moveTo>
                <a:lnTo>
                  <a:pt x="1065189" y="0"/>
                </a:lnTo>
                <a:lnTo>
                  <a:pt x="1065189" y="1071888"/>
                </a:lnTo>
                <a:lnTo>
                  <a:pt x="0" y="10718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5514283" y="2893509"/>
            <a:ext cx="2949560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 spc="-8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Group members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349747" y="1533182"/>
            <a:ext cx="5588506" cy="918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5"/>
              </a:lnSpc>
            </a:pPr>
            <a:r>
              <a:rPr lang="en-US" sz="5850" b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Finvault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227894" y="4135784"/>
            <a:ext cx="5844657" cy="568695"/>
            <a:chOff x="0" y="0"/>
            <a:chExt cx="1539334" cy="14978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539334" cy="149780"/>
            </a:xfrm>
            <a:custGeom>
              <a:avLst/>
              <a:gdLst/>
              <a:ahLst/>
              <a:cxnLst/>
              <a:rect l="l" t="t" r="r" b="b"/>
              <a:pathLst>
                <a:path w="1539334" h="149780">
                  <a:moveTo>
                    <a:pt x="67555" y="0"/>
                  </a:moveTo>
                  <a:lnTo>
                    <a:pt x="1471778" y="0"/>
                  </a:lnTo>
                  <a:cubicBezTo>
                    <a:pt x="1509088" y="0"/>
                    <a:pt x="1539334" y="30246"/>
                    <a:pt x="1539334" y="67555"/>
                  </a:cubicBezTo>
                  <a:lnTo>
                    <a:pt x="1539334" y="82224"/>
                  </a:lnTo>
                  <a:cubicBezTo>
                    <a:pt x="1539334" y="100141"/>
                    <a:pt x="1532216" y="117324"/>
                    <a:pt x="1519547" y="129993"/>
                  </a:cubicBezTo>
                  <a:cubicBezTo>
                    <a:pt x="1506878" y="142662"/>
                    <a:pt x="1489695" y="149780"/>
                    <a:pt x="1471778" y="149780"/>
                  </a:cubicBezTo>
                  <a:lnTo>
                    <a:pt x="67555" y="149780"/>
                  </a:lnTo>
                  <a:cubicBezTo>
                    <a:pt x="49639" y="149780"/>
                    <a:pt x="32456" y="142662"/>
                    <a:pt x="19787" y="129993"/>
                  </a:cubicBezTo>
                  <a:cubicBezTo>
                    <a:pt x="7117" y="117324"/>
                    <a:pt x="0" y="100141"/>
                    <a:pt x="0" y="82224"/>
                  </a:cubicBezTo>
                  <a:lnTo>
                    <a:pt x="0" y="67555"/>
                  </a:lnTo>
                  <a:cubicBezTo>
                    <a:pt x="0" y="49639"/>
                    <a:pt x="7117" y="32456"/>
                    <a:pt x="19787" y="19787"/>
                  </a:cubicBezTo>
                  <a:cubicBezTo>
                    <a:pt x="32456" y="7117"/>
                    <a:pt x="49639" y="0"/>
                    <a:pt x="6755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1539334" cy="159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r>
                <a:rPr lang="en-US" sz="1900" b="1">
                  <a:solidFill>
                    <a:srgbClr val="202020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Mahmoud Ahmed Mohamed Ahmed Sultan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227894" y="5542148"/>
            <a:ext cx="5844657" cy="568695"/>
            <a:chOff x="0" y="0"/>
            <a:chExt cx="1539334" cy="14978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539334" cy="149780"/>
            </a:xfrm>
            <a:custGeom>
              <a:avLst/>
              <a:gdLst/>
              <a:ahLst/>
              <a:cxnLst/>
              <a:rect l="l" t="t" r="r" b="b"/>
              <a:pathLst>
                <a:path w="1539334" h="149780">
                  <a:moveTo>
                    <a:pt x="67555" y="0"/>
                  </a:moveTo>
                  <a:lnTo>
                    <a:pt x="1471778" y="0"/>
                  </a:lnTo>
                  <a:cubicBezTo>
                    <a:pt x="1509088" y="0"/>
                    <a:pt x="1539334" y="30246"/>
                    <a:pt x="1539334" y="67555"/>
                  </a:cubicBezTo>
                  <a:lnTo>
                    <a:pt x="1539334" y="82224"/>
                  </a:lnTo>
                  <a:cubicBezTo>
                    <a:pt x="1539334" y="100141"/>
                    <a:pt x="1532216" y="117324"/>
                    <a:pt x="1519547" y="129993"/>
                  </a:cubicBezTo>
                  <a:cubicBezTo>
                    <a:pt x="1506878" y="142662"/>
                    <a:pt x="1489695" y="149780"/>
                    <a:pt x="1471778" y="149780"/>
                  </a:cubicBezTo>
                  <a:lnTo>
                    <a:pt x="67555" y="149780"/>
                  </a:lnTo>
                  <a:cubicBezTo>
                    <a:pt x="49639" y="149780"/>
                    <a:pt x="32456" y="142662"/>
                    <a:pt x="19787" y="129993"/>
                  </a:cubicBezTo>
                  <a:cubicBezTo>
                    <a:pt x="7117" y="117324"/>
                    <a:pt x="0" y="100141"/>
                    <a:pt x="0" y="82224"/>
                  </a:cubicBezTo>
                  <a:lnTo>
                    <a:pt x="0" y="67555"/>
                  </a:lnTo>
                  <a:cubicBezTo>
                    <a:pt x="0" y="49639"/>
                    <a:pt x="7117" y="32456"/>
                    <a:pt x="19787" y="19787"/>
                  </a:cubicBezTo>
                  <a:cubicBezTo>
                    <a:pt x="32456" y="7117"/>
                    <a:pt x="49639" y="0"/>
                    <a:pt x="6755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1539334" cy="159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r>
                <a:rPr lang="en-US" sz="1900" b="1">
                  <a:solidFill>
                    <a:srgbClr val="202020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Kareem Mahmoud alsabagh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227894" y="4859152"/>
            <a:ext cx="5844657" cy="568695"/>
            <a:chOff x="0" y="0"/>
            <a:chExt cx="1539334" cy="14978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539334" cy="149780"/>
            </a:xfrm>
            <a:custGeom>
              <a:avLst/>
              <a:gdLst/>
              <a:ahLst/>
              <a:cxnLst/>
              <a:rect l="l" t="t" r="r" b="b"/>
              <a:pathLst>
                <a:path w="1539334" h="149780">
                  <a:moveTo>
                    <a:pt x="67555" y="0"/>
                  </a:moveTo>
                  <a:lnTo>
                    <a:pt x="1471778" y="0"/>
                  </a:lnTo>
                  <a:cubicBezTo>
                    <a:pt x="1509088" y="0"/>
                    <a:pt x="1539334" y="30246"/>
                    <a:pt x="1539334" y="67555"/>
                  </a:cubicBezTo>
                  <a:lnTo>
                    <a:pt x="1539334" y="82224"/>
                  </a:lnTo>
                  <a:cubicBezTo>
                    <a:pt x="1539334" y="100141"/>
                    <a:pt x="1532216" y="117324"/>
                    <a:pt x="1519547" y="129993"/>
                  </a:cubicBezTo>
                  <a:cubicBezTo>
                    <a:pt x="1506878" y="142662"/>
                    <a:pt x="1489695" y="149780"/>
                    <a:pt x="1471778" y="149780"/>
                  </a:cubicBezTo>
                  <a:lnTo>
                    <a:pt x="67555" y="149780"/>
                  </a:lnTo>
                  <a:cubicBezTo>
                    <a:pt x="49639" y="149780"/>
                    <a:pt x="32456" y="142662"/>
                    <a:pt x="19787" y="129993"/>
                  </a:cubicBezTo>
                  <a:cubicBezTo>
                    <a:pt x="7117" y="117324"/>
                    <a:pt x="0" y="100141"/>
                    <a:pt x="0" y="82224"/>
                  </a:cubicBezTo>
                  <a:lnTo>
                    <a:pt x="0" y="67555"/>
                  </a:lnTo>
                  <a:cubicBezTo>
                    <a:pt x="0" y="49639"/>
                    <a:pt x="7117" y="32456"/>
                    <a:pt x="19787" y="19787"/>
                  </a:cubicBezTo>
                  <a:cubicBezTo>
                    <a:pt x="32456" y="7117"/>
                    <a:pt x="49639" y="0"/>
                    <a:pt x="6755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1539334" cy="159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r>
                <a:rPr lang="en-US" sz="1900" b="1">
                  <a:solidFill>
                    <a:srgbClr val="202020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Mohamed Ahmed Mohamed Taha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227894" y="6225143"/>
            <a:ext cx="5844657" cy="568695"/>
            <a:chOff x="0" y="0"/>
            <a:chExt cx="1539334" cy="14978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539334" cy="149780"/>
            </a:xfrm>
            <a:custGeom>
              <a:avLst/>
              <a:gdLst/>
              <a:ahLst/>
              <a:cxnLst/>
              <a:rect l="l" t="t" r="r" b="b"/>
              <a:pathLst>
                <a:path w="1539334" h="149780">
                  <a:moveTo>
                    <a:pt x="67555" y="0"/>
                  </a:moveTo>
                  <a:lnTo>
                    <a:pt x="1471778" y="0"/>
                  </a:lnTo>
                  <a:cubicBezTo>
                    <a:pt x="1509088" y="0"/>
                    <a:pt x="1539334" y="30246"/>
                    <a:pt x="1539334" y="67555"/>
                  </a:cubicBezTo>
                  <a:lnTo>
                    <a:pt x="1539334" y="82224"/>
                  </a:lnTo>
                  <a:cubicBezTo>
                    <a:pt x="1539334" y="100141"/>
                    <a:pt x="1532216" y="117324"/>
                    <a:pt x="1519547" y="129993"/>
                  </a:cubicBezTo>
                  <a:cubicBezTo>
                    <a:pt x="1506878" y="142662"/>
                    <a:pt x="1489695" y="149780"/>
                    <a:pt x="1471778" y="149780"/>
                  </a:cubicBezTo>
                  <a:lnTo>
                    <a:pt x="67555" y="149780"/>
                  </a:lnTo>
                  <a:cubicBezTo>
                    <a:pt x="49639" y="149780"/>
                    <a:pt x="32456" y="142662"/>
                    <a:pt x="19787" y="129993"/>
                  </a:cubicBezTo>
                  <a:cubicBezTo>
                    <a:pt x="7117" y="117324"/>
                    <a:pt x="0" y="100141"/>
                    <a:pt x="0" y="82224"/>
                  </a:cubicBezTo>
                  <a:lnTo>
                    <a:pt x="0" y="67555"/>
                  </a:lnTo>
                  <a:cubicBezTo>
                    <a:pt x="0" y="49639"/>
                    <a:pt x="7117" y="32456"/>
                    <a:pt x="19787" y="19787"/>
                  </a:cubicBezTo>
                  <a:cubicBezTo>
                    <a:pt x="32456" y="7117"/>
                    <a:pt x="49639" y="0"/>
                    <a:pt x="6755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1539334" cy="159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r>
                <a:rPr lang="en-US" sz="1900" b="1">
                  <a:solidFill>
                    <a:srgbClr val="202020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Mahmoud Mohamed Waheed Mohamed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227894" y="6927188"/>
            <a:ext cx="5844657" cy="568695"/>
            <a:chOff x="0" y="0"/>
            <a:chExt cx="1539334" cy="14978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539334" cy="149780"/>
            </a:xfrm>
            <a:custGeom>
              <a:avLst/>
              <a:gdLst/>
              <a:ahLst/>
              <a:cxnLst/>
              <a:rect l="l" t="t" r="r" b="b"/>
              <a:pathLst>
                <a:path w="1539334" h="149780">
                  <a:moveTo>
                    <a:pt x="67555" y="0"/>
                  </a:moveTo>
                  <a:lnTo>
                    <a:pt x="1471778" y="0"/>
                  </a:lnTo>
                  <a:cubicBezTo>
                    <a:pt x="1509088" y="0"/>
                    <a:pt x="1539334" y="30246"/>
                    <a:pt x="1539334" y="67555"/>
                  </a:cubicBezTo>
                  <a:lnTo>
                    <a:pt x="1539334" y="82224"/>
                  </a:lnTo>
                  <a:cubicBezTo>
                    <a:pt x="1539334" y="100141"/>
                    <a:pt x="1532216" y="117324"/>
                    <a:pt x="1519547" y="129993"/>
                  </a:cubicBezTo>
                  <a:cubicBezTo>
                    <a:pt x="1506878" y="142662"/>
                    <a:pt x="1489695" y="149780"/>
                    <a:pt x="1471778" y="149780"/>
                  </a:cubicBezTo>
                  <a:lnTo>
                    <a:pt x="67555" y="149780"/>
                  </a:lnTo>
                  <a:cubicBezTo>
                    <a:pt x="49639" y="149780"/>
                    <a:pt x="32456" y="142662"/>
                    <a:pt x="19787" y="129993"/>
                  </a:cubicBezTo>
                  <a:cubicBezTo>
                    <a:pt x="7117" y="117324"/>
                    <a:pt x="0" y="100141"/>
                    <a:pt x="0" y="82224"/>
                  </a:cubicBezTo>
                  <a:lnTo>
                    <a:pt x="0" y="67555"/>
                  </a:lnTo>
                  <a:cubicBezTo>
                    <a:pt x="0" y="49639"/>
                    <a:pt x="7117" y="32456"/>
                    <a:pt x="19787" y="19787"/>
                  </a:cubicBezTo>
                  <a:cubicBezTo>
                    <a:pt x="32456" y="7117"/>
                    <a:pt x="49639" y="0"/>
                    <a:pt x="6755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9525"/>
              <a:ext cx="1539334" cy="159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r>
                <a:rPr lang="en-US" sz="1900" b="1">
                  <a:solidFill>
                    <a:srgbClr val="202020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Mark Mourad Millad Ryad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313954" y="-7620415"/>
            <a:ext cx="13867841" cy="1386784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077853" y="3543380"/>
            <a:ext cx="6790962" cy="3200241"/>
          </a:xfrm>
          <a:custGeom>
            <a:avLst/>
            <a:gdLst/>
            <a:ahLst/>
            <a:cxnLst/>
            <a:rect l="l" t="t" r="r" b="b"/>
            <a:pathLst>
              <a:path w="6790962" h="3200241">
                <a:moveTo>
                  <a:pt x="0" y="0"/>
                </a:moveTo>
                <a:lnTo>
                  <a:pt x="6790962" y="0"/>
                </a:lnTo>
                <a:lnTo>
                  <a:pt x="6790962" y="3200240"/>
                </a:lnTo>
                <a:lnTo>
                  <a:pt x="0" y="32002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7939547" y="6247426"/>
            <a:ext cx="6790962" cy="3200241"/>
          </a:xfrm>
          <a:custGeom>
            <a:avLst/>
            <a:gdLst/>
            <a:ahLst/>
            <a:cxnLst/>
            <a:rect l="l" t="t" r="r" b="b"/>
            <a:pathLst>
              <a:path w="6790962" h="3200241">
                <a:moveTo>
                  <a:pt x="0" y="0"/>
                </a:moveTo>
                <a:lnTo>
                  <a:pt x="6790962" y="0"/>
                </a:lnTo>
                <a:lnTo>
                  <a:pt x="6790962" y="3200241"/>
                </a:lnTo>
                <a:lnTo>
                  <a:pt x="0" y="32002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4803415" y="3543380"/>
            <a:ext cx="6790962" cy="3200241"/>
          </a:xfrm>
          <a:custGeom>
            <a:avLst/>
            <a:gdLst/>
            <a:ahLst/>
            <a:cxnLst/>
            <a:rect l="l" t="t" r="r" b="b"/>
            <a:pathLst>
              <a:path w="6790962" h="3200241">
                <a:moveTo>
                  <a:pt x="0" y="0"/>
                </a:moveTo>
                <a:lnTo>
                  <a:pt x="6790962" y="0"/>
                </a:lnTo>
                <a:lnTo>
                  <a:pt x="6790962" y="3200240"/>
                </a:lnTo>
                <a:lnTo>
                  <a:pt x="0" y="32002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538665" y="1494511"/>
            <a:ext cx="3979020" cy="645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81"/>
              </a:lnSpc>
            </a:pPr>
            <a:r>
              <a:rPr lang="en-US" sz="4165" b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Finvault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73098" y="7201434"/>
            <a:ext cx="3755665" cy="285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 spc="-162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The project parts</a:t>
            </a:r>
          </a:p>
        </p:txBody>
      </p:sp>
      <p:sp>
        <p:nvSpPr>
          <p:cNvPr id="10" name="Freeform 10"/>
          <p:cNvSpPr/>
          <p:nvPr/>
        </p:nvSpPr>
        <p:spPr>
          <a:xfrm>
            <a:off x="11077853" y="839333"/>
            <a:ext cx="6790962" cy="3200241"/>
          </a:xfrm>
          <a:custGeom>
            <a:avLst/>
            <a:gdLst/>
            <a:ahLst/>
            <a:cxnLst/>
            <a:rect l="l" t="t" r="r" b="b"/>
            <a:pathLst>
              <a:path w="6790962" h="3200241">
                <a:moveTo>
                  <a:pt x="0" y="0"/>
                </a:moveTo>
                <a:lnTo>
                  <a:pt x="6790962" y="0"/>
                </a:lnTo>
                <a:lnTo>
                  <a:pt x="6790962" y="3200241"/>
                </a:lnTo>
                <a:lnTo>
                  <a:pt x="0" y="32002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4803415" y="839333"/>
            <a:ext cx="6790962" cy="3200241"/>
          </a:xfrm>
          <a:custGeom>
            <a:avLst/>
            <a:gdLst/>
            <a:ahLst/>
            <a:cxnLst/>
            <a:rect l="l" t="t" r="r" b="b"/>
            <a:pathLst>
              <a:path w="6790962" h="3200241">
                <a:moveTo>
                  <a:pt x="0" y="0"/>
                </a:moveTo>
                <a:lnTo>
                  <a:pt x="6790962" y="0"/>
                </a:lnTo>
                <a:lnTo>
                  <a:pt x="6790962" y="3200241"/>
                </a:lnTo>
                <a:lnTo>
                  <a:pt x="0" y="32002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5786836" y="1783816"/>
            <a:ext cx="1537353" cy="1274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1" spc="-20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01.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86836" y="4487862"/>
            <a:ext cx="1537353" cy="1274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1" spc="-20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03.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012303" y="1783816"/>
            <a:ext cx="1669809" cy="1274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1" spc="-20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02.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012303" y="4487862"/>
            <a:ext cx="1669809" cy="1274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1" spc="-20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04.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922968" y="7191909"/>
            <a:ext cx="1537353" cy="1274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1" spc="-20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05.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109731" y="2083136"/>
            <a:ext cx="3235478" cy="569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600" b="1" spc="-89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The test plan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00389" y="4782961"/>
            <a:ext cx="2768463" cy="569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600" b="1" spc="-89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API testing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501426" y="2083136"/>
            <a:ext cx="3757874" cy="569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599" b="1" spc="-89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Manual testing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710688" y="4621765"/>
            <a:ext cx="3099604" cy="1064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600" b="1" spc="-89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Database testing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698445" y="7143670"/>
            <a:ext cx="3202742" cy="1560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599" b="1" spc="-89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The automation </a:t>
            </a:r>
          </a:p>
          <a:p>
            <a:pPr algn="l">
              <a:lnSpc>
                <a:spcPts val="3959"/>
              </a:lnSpc>
            </a:pPr>
            <a:r>
              <a:rPr lang="en-US" sz="3599" b="1" spc="-89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testing</a:t>
            </a:r>
          </a:p>
        </p:txBody>
      </p:sp>
      <p:sp>
        <p:nvSpPr>
          <p:cNvPr id="22" name="Freeform 22"/>
          <p:cNvSpPr/>
          <p:nvPr/>
        </p:nvSpPr>
        <p:spPr>
          <a:xfrm>
            <a:off x="711758" y="5333506"/>
            <a:ext cx="1816417" cy="1827841"/>
          </a:xfrm>
          <a:custGeom>
            <a:avLst/>
            <a:gdLst/>
            <a:ahLst/>
            <a:cxnLst/>
            <a:rect l="l" t="t" r="r" b="b"/>
            <a:pathLst>
              <a:path w="1816417" h="1827841">
                <a:moveTo>
                  <a:pt x="0" y="0"/>
                </a:moveTo>
                <a:lnTo>
                  <a:pt x="1816417" y="0"/>
                </a:lnTo>
                <a:lnTo>
                  <a:pt x="1816417" y="1827840"/>
                </a:lnTo>
                <a:lnTo>
                  <a:pt x="0" y="18278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2641412" y="5837238"/>
            <a:ext cx="533996" cy="537354"/>
          </a:xfrm>
          <a:custGeom>
            <a:avLst/>
            <a:gdLst/>
            <a:ahLst/>
            <a:cxnLst/>
            <a:rect l="l" t="t" r="r" b="b"/>
            <a:pathLst>
              <a:path w="533996" h="537354">
                <a:moveTo>
                  <a:pt x="0" y="0"/>
                </a:moveTo>
                <a:lnTo>
                  <a:pt x="533995" y="0"/>
                </a:lnTo>
                <a:lnTo>
                  <a:pt x="533995" y="537354"/>
                </a:lnTo>
                <a:lnTo>
                  <a:pt x="0" y="5373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10079" y="-979407"/>
            <a:ext cx="13867841" cy="1386784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670362" y="2650726"/>
            <a:ext cx="6566276" cy="6607574"/>
          </a:xfrm>
          <a:custGeom>
            <a:avLst/>
            <a:gdLst/>
            <a:ahLst/>
            <a:cxnLst/>
            <a:rect l="l" t="t" r="r" b="b"/>
            <a:pathLst>
              <a:path w="6566276" h="6607574">
                <a:moveTo>
                  <a:pt x="0" y="0"/>
                </a:moveTo>
                <a:lnTo>
                  <a:pt x="6566276" y="0"/>
                </a:lnTo>
                <a:lnTo>
                  <a:pt x="6566276" y="6607574"/>
                </a:lnTo>
                <a:lnTo>
                  <a:pt x="0" y="66075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5971937" y="3340728"/>
            <a:ext cx="2189857" cy="2203630"/>
          </a:xfrm>
          <a:custGeom>
            <a:avLst/>
            <a:gdLst/>
            <a:ahLst/>
            <a:cxnLst/>
            <a:rect l="l" t="t" r="r" b="b"/>
            <a:pathLst>
              <a:path w="2189857" h="2203630">
                <a:moveTo>
                  <a:pt x="0" y="0"/>
                </a:moveTo>
                <a:lnTo>
                  <a:pt x="2189857" y="0"/>
                </a:lnTo>
                <a:lnTo>
                  <a:pt x="2189857" y="2203630"/>
                </a:lnTo>
                <a:lnTo>
                  <a:pt x="0" y="22036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6366868" y="3741586"/>
            <a:ext cx="2163433" cy="1401914"/>
            <a:chOff x="0" y="0"/>
            <a:chExt cx="1254313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54313" cy="812800"/>
            </a:xfrm>
            <a:custGeom>
              <a:avLst/>
              <a:gdLst/>
              <a:ahLst/>
              <a:cxnLst/>
              <a:rect l="l" t="t" r="r" b="b"/>
              <a:pathLst>
                <a:path w="1254313" h="812800">
                  <a:moveTo>
                    <a:pt x="627156" y="0"/>
                  </a:moveTo>
                  <a:cubicBezTo>
                    <a:pt x="280787" y="0"/>
                    <a:pt x="0" y="181951"/>
                    <a:pt x="0" y="406400"/>
                  </a:cubicBezTo>
                  <a:cubicBezTo>
                    <a:pt x="0" y="630849"/>
                    <a:pt x="280787" y="812800"/>
                    <a:pt x="627156" y="812800"/>
                  </a:cubicBezTo>
                  <a:cubicBezTo>
                    <a:pt x="973525" y="812800"/>
                    <a:pt x="1254313" y="630849"/>
                    <a:pt x="1254313" y="406400"/>
                  </a:cubicBezTo>
                  <a:cubicBezTo>
                    <a:pt x="1254313" y="181951"/>
                    <a:pt x="973525" y="0"/>
                    <a:pt x="62715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7592" y="66675"/>
              <a:ext cx="1019129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519218" y="3741586"/>
            <a:ext cx="1855584" cy="1401914"/>
            <a:chOff x="0" y="0"/>
            <a:chExt cx="1075829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75829" cy="812800"/>
            </a:xfrm>
            <a:custGeom>
              <a:avLst/>
              <a:gdLst/>
              <a:ahLst/>
              <a:cxnLst/>
              <a:rect l="l" t="t" r="r" b="b"/>
              <a:pathLst>
                <a:path w="1075829" h="812800">
                  <a:moveTo>
                    <a:pt x="537914" y="0"/>
                  </a:moveTo>
                  <a:cubicBezTo>
                    <a:pt x="240832" y="0"/>
                    <a:pt x="0" y="181951"/>
                    <a:pt x="0" y="406400"/>
                  </a:cubicBezTo>
                  <a:cubicBezTo>
                    <a:pt x="0" y="630849"/>
                    <a:pt x="240832" y="812800"/>
                    <a:pt x="537914" y="812800"/>
                  </a:cubicBezTo>
                  <a:cubicBezTo>
                    <a:pt x="834996" y="812800"/>
                    <a:pt x="1075829" y="630849"/>
                    <a:pt x="1075829" y="406400"/>
                  </a:cubicBezTo>
                  <a:cubicBezTo>
                    <a:pt x="1075829" y="181951"/>
                    <a:pt x="834996" y="0"/>
                    <a:pt x="53791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571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0859" y="66675"/>
              <a:ext cx="874111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705357" y="6468283"/>
            <a:ext cx="3013798" cy="1391416"/>
            <a:chOff x="0" y="0"/>
            <a:chExt cx="1760519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60519" cy="812800"/>
            </a:xfrm>
            <a:custGeom>
              <a:avLst/>
              <a:gdLst/>
              <a:ahLst/>
              <a:cxnLst/>
              <a:rect l="l" t="t" r="r" b="b"/>
              <a:pathLst>
                <a:path w="1760519" h="812800">
                  <a:moveTo>
                    <a:pt x="880260" y="0"/>
                  </a:moveTo>
                  <a:cubicBezTo>
                    <a:pt x="394106" y="0"/>
                    <a:pt x="0" y="181951"/>
                    <a:pt x="0" y="406400"/>
                  </a:cubicBezTo>
                  <a:cubicBezTo>
                    <a:pt x="0" y="630849"/>
                    <a:pt x="394106" y="812800"/>
                    <a:pt x="880260" y="812800"/>
                  </a:cubicBezTo>
                  <a:cubicBezTo>
                    <a:pt x="1366414" y="812800"/>
                    <a:pt x="1760519" y="630849"/>
                    <a:pt x="1760519" y="406400"/>
                  </a:cubicBezTo>
                  <a:cubicBezTo>
                    <a:pt x="1760519" y="181951"/>
                    <a:pt x="1366414" y="0"/>
                    <a:pt x="8802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571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5049" y="57150"/>
              <a:ext cx="1430422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89"/>
                </a:lnSpc>
              </a:pPr>
              <a:r>
                <a:rPr lang="en-US" sz="2899" b="1">
                  <a:solidFill>
                    <a:srgbClr val="202020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Environment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519218" y="6479848"/>
            <a:ext cx="1855584" cy="1401914"/>
            <a:chOff x="0" y="0"/>
            <a:chExt cx="1075829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75829" cy="812800"/>
            </a:xfrm>
            <a:custGeom>
              <a:avLst/>
              <a:gdLst/>
              <a:ahLst/>
              <a:cxnLst/>
              <a:rect l="l" t="t" r="r" b="b"/>
              <a:pathLst>
                <a:path w="1075829" h="812800">
                  <a:moveTo>
                    <a:pt x="537914" y="0"/>
                  </a:moveTo>
                  <a:cubicBezTo>
                    <a:pt x="240832" y="0"/>
                    <a:pt x="0" y="181951"/>
                    <a:pt x="0" y="406400"/>
                  </a:cubicBezTo>
                  <a:cubicBezTo>
                    <a:pt x="0" y="630849"/>
                    <a:pt x="240832" y="812800"/>
                    <a:pt x="537914" y="812800"/>
                  </a:cubicBezTo>
                  <a:cubicBezTo>
                    <a:pt x="834996" y="812800"/>
                    <a:pt x="1075829" y="630849"/>
                    <a:pt x="1075829" y="406400"/>
                  </a:cubicBezTo>
                  <a:cubicBezTo>
                    <a:pt x="1075829" y="181951"/>
                    <a:pt x="834996" y="0"/>
                    <a:pt x="53791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571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0859" y="57150"/>
              <a:ext cx="874111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r>
                <a:rPr lang="en-US" sz="2199" b="1">
                  <a:solidFill>
                    <a:srgbClr val="202020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Execution Criteria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11751810" y="-867185"/>
            <a:ext cx="2300288" cy="2314755"/>
          </a:xfrm>
          <a:custGeom>
            <a:avLst/>
            <a:gdLst/>
            <a:ahLst/>
            <a:cxnLst/>
            <a:rect l="l" t="t" r="r" b="b"/>
            <a:pathLst>
              <a:path w="2300288" h="2314755">
                <a:moveTo>
                  <a:pt x="0" y="0"/>
                </a:moveTo>
                <a:lnTo>
                  <a:pt x="2300289" y="0"/>
                </a:lnTo>
                <a:lnTo>
                  <a:pt x="2300289" y="2314756"/>
                </a:lnTo>
                <a:lnTo>
                  <a:pt x="0" y="23147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2453890" y="8722356"/>
            <a:ext cx="1065189" cy="1071889"/>
          </a:xfrm>
          <a:custGeom>
            <a:avLst/>
            <a:gdLst/>
            <a:ahLst/>
            <a:cxnLst/>
            <a:rect l="l" t="t" r="r" b="b"/>
            <a:pathLst>
              <a:path w="1065189" h="1071889">
                <a:moveTo>
                  <a:pt x="0" y="0"/>
                </a:moveTo>
                <a:lnTo>
                  <a:pt x="1065189" y="0"/>
                </a:lnTo>
                <a:lnTo>
                  <a:pt x="1065189" y="1071888"/>
                </a:lnTo>
                <a:lnTo>
                  <a:pt x="0" y="10718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1028700" y="1796470"/>
            <a:ext cx="6440407" cy="1033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 spc="-162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Our test plan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36190" y="4121868"/>
            <a:ext cx="1757251" cy="753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6"/>
              </a:lnSpc>
            </a:pPr>
            <a:r>
              <a:rPr lang="en-US" sz="2542" b="1" spc="-63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PROJECT OVERVIEW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589679" y="4147524"/>
            <a:ext cx="1589809" cy="527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3308" b="1" spc="-82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SCOPE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8700" y="3623668"/>
            <a:ext cx="4848107" cy="1683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 This test plan outlines the QA strategy for the LambdaTest E-Commerce Playground, a simulated online shopping platform. The primary goals are to verify core shopping functionalities, ensure UI responsiveness, validate inputs, and check cross-browser compatibility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651028" y="3783983"/>
            <a:ext cx="4269330" cy="1964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585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Testing will focus on functional workflows like registration, login, search, cart management, checkout, and account updates. Out-of-scope areas include database testing, real payment transactions, and security/penetration testing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76325" y="6618992"/>
            <a:ext cx="3996266" cy="1833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7"/>
              </a:lnSpc>
            </a:pPr>
            <a:r>
              <a:rPr lang="en-US" sz="1483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The team will use black-box techniques (such as boundary value analysis and equivalence partitioning) for functional and compatibility testing. The test environment covers Windows 10/11 using Chrome, Firefox, and Edge, utilizing tools like Selenium, Postman, and Jira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535018" y="6561842"/>
            <a:ext cx="4301052" cy="169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5"/>
              </a:lnSpc>
            </a:pPr>
            <a:r>
              <a:rPr lang="en-US" sz="1596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Entry requires an accessible site and ready environment, while exit requires all tests executed and critical bugs resolved. The 15-day schedule produces deliverables like bug reports and is executed by a six-member team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212349" y="3656404"/>
            <a:ext cx="5387396" cy="4518679"/>
          </a:xfrm>
          <a:custGeom>
            <a:avLst/>
            <a:gdLst/>
            <a:ahLst/>
            <a:cxnLst/>
            <a:rect l="l" t="t" r="r" b="b"/>
            <a:pathLst>
              <a:path w="5387396" h="4518679">
                <a:moveTo>
                  <a:pt x="0" y="0"/>
                </a:moveTo>
                <a:lnTo>
                  <a:pt x="5387396" y="0"/>
                </a:lnTo>
                <a:lnTo>
                  <a:pt x="5387396" y="4518678"/>
                </a:lnTo>
                <a:lnTo>
                  <a:pt x="0" y="4518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5400000">
            <a:off x="4370984" y="3656404"/>
            <a:ext cx="5387396" cy="4518679"/>
          </a:xfrm>
          <a:custGeom>
            <a:avLst/>
            <a:gdLst/>
            <a:ahLst/>
            <a:cxnLst/>
            <a:rect l="l" t="t" r="r" b="b"/>
            <a:pathLst>
              <a:path w="5387396" h="4518679">
                <a:moveTo>
                  <a:pt x="0" y="0"/>
                </a:moveTo>
                <a:lnTo>
                  <a:pt x="5387396" y="0"/>
                </a:lnTo>
                <a:lnTo>
                  <a:pt x="5387396" y="4518678"/>
                </a:lnTo>
                <a:lnTo>
                  <a:pt x="0" y="4518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1543347" y="-8442274"/>
            <a:ext cx="28727250" cy="28727250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143865" y="-4841756"/>
            <a:ext cx="21526214" cy="21526214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5400000">
            <a:off x="8529620" y="3656404"/>
            <a:ext cx="5387396" cy="4518679"/>
          </a:xfrm>
          <a:custGeom>
            <a:avLst/>
            <a:gdLst/>
            <a:ahLst/>
            <a:cxnLst/>
            <a:rect l="l" t="t" r="r" b="b"/>
            <a:pathLst>
              <a:path w="5387396" h="4518679">
                <a:moveTo>
                  <a:pt x="0" y="0"/>
                </a:moveTo>
                <a:lnTo>
                  <a:pt x="5387396" y="0"/>
                </a:lnTo>
                <a:lnTo>
                  <a:pt x="5387396" y="4518678"/>
                </a:lnTo>
                <a:lnTo>
                  <a:pt x="0" y="4518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rot="5400000">
            <a:off x="12688255" y="3656404"/>
            <a:ext cx="5387396" cy="4518679"/>
          </a:xfrm>
          <a:custGeom>
            <a:avLst/>
            <a:gdLst/>
            <a:ahLst/>
            <a:cxnLst/>
            <a:rect l="l" t="t" r="r" b="b"/>
            <a:pathLst>
              <a:path w="5387396" h="4518679">
                <a:moveTo>
                  <a:pt x="0" y="0"/>
                </a:moveTo>
                <a:lnTo>
                  <a:pt x="5387396" y="0"/>
                </a:lnTo>
                <a:lnTo>
                  <a:pt x="5387396" y="4518678"/>
                </a:lnTo>
                <a:lnTo>
                  <a:pt x="0" y="4518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028700" y="1796470"/>
            <a:ext cx="8115300" cy="1033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 spc="-162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Strategic Initiatives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19449" y="3860800"/>
            <a:ext cx="2973196" cy="189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0"/>
              </a:lnSpc>
            </a:pPr>
            <a:r>
              <a:rPr lang="en-US" sz="12000" b="1" spc="-30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78084" y="3860800"/>
            <a:ext cx="2973196" cy="189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200"/>
              </a:lnSpc>
              <a:spcBef>
                <a:spcPct val="0"/>
              </a:spcBef>
            </a:pPr>
            <a:r>
              <a:rPr lang="en-US" sz="12000" b="1" u="none" strike="noStrike" spc="-30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736720" y="3860800"/>
            <a:ext cx="2973196" cy="189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200"/>
              </a:lnSpc>
              <a:spcBef>
                <a:spcPct val="0"/>
              </a:spcBef>
            </a:pPr>
            <a:r>
              <a:rPr lang="en-US" sz="12000" b="1" u="none" strike="noStrike" spc="-30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03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895355" y="3860800"/>
            <a:ext cx="2973196" cy="189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200"/>
              </a:lnSpc>
              <a:spcBef>
                <a:spcPct val="0"/>
              </a:spcBef>
            </a:pPr>
            <a:r>
              <a:rPr lang="en-US" sz="12000" b="1" u="none" strike="noStrike" spc="-30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04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93041" y="5493996"/>
            <a:ext cx="3099604" cy="83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799" b="1" spc="-69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Manual</a:t>
            </a:r>
          </a:p>
          <a:p>
            <a:pPr algn="just">
              <a:lnSpc>
                <a:spcPts val="3079"/>
              </a:lnSpc>
            </a:pPr>
            <a:r>
              <a:rPr lang="en-US" sz="2799" b="1" spc="-69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Testing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738666" y="5493996"/>
            <a:ext cx="2812615" cy="83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799" b="1" spc="-69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API</a:t>
            </a:r>
          </a:p>
          <a:p>
            <a:pPr algn="just">
              <a:lnSpc>
                <a:spcPts val="3079"/>
              </a:lnSpc>
            </a:pPr>
            <a:r>
              <a:rPr lang="en-US" sz="2799" b="1" spc="-69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Testing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610311" y="5493996"/>
            <a:ext cx="3099604" cy="83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799" b="1" spc="-69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Database</a:t>
            </a:r>
          </a:p>
          <a:p>
            <a:pPr algn="just">
              <a:lnSpc>
                <a:spcPts val="3079"/>
              </a:lnSpc>
            </a:pPr>
            <a:r>
              <a:rPr lang="en-US" sz="2799" b="1" spc="-69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Testing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768407" y="5493996"/>
            <a:ext cx="3099604" cy="445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1" spc="-69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Automation</a:t>
            </a:r>
          </a:p>
        </p:txBody>
      </p:sp>
      <p:sp>
        <p:nvSpPr>
          <p:cNvPr id="21" name="Freeform 21"/>
          <p:cNvSpPr/>
          <p:nvPr/>
        </p:nvSpPr>
        <p:spPr>
          <a:xfrm>
            <a:off x="11078073" y="1028700"/>
            <a:ext cx="2044541" cy="2057400"/>
          </a:xfrm>
          <a:custGeom>
            <a:avLst/>
            <a:gdLst/>
            <a:ahLst/>
            <a:cxnLst/>
            <a:rect l="l" t="t" r="r" b="b"/>
            <a:pathLst>
              <a:path w="2044541" h="2057400">
                <a:moveTo>
                  <a:pt x="0" y="0"/>
                </a:moveTo>
                <a:lnTo>
                  <a:pt x="2044541" y="0"/>
                </a:lnTo>
                <a:lnTo>
                  <a:pt x="2044541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5143865" y="8609441"/>
            <a:ext cx="1065189" cy="1071889"/>
          </a:xfrm>
          <a:custGeom>
            <a:avLst/>
            <a:gdLst/>
            <a:ahLst/>
            <a:cxnLst/>
            <a:rect l="l" t="t" r="r" b="b"/>
            <a:pathLst>
              <a:path w="1065189" h="1071889">
                <a:moveTo>
                  <a:pt x="0" y="0"/>
                </a:moveTo>
                <a:lnTo>
                  <a:pt x="1065189" y="0"/>
                </a:lnTo>
                <a:lnTo>
                  <a:pt x="1065189" y="1071889"/>
                </a:lnTo>
                <a:lnTo>
                  <a:pt x="0" y="10718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1419449" y="6542925"/>
            <a:ext cx="2515690" cy="1303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63"/>
              </a:lnSpc>
            </a:pPr>
            <a:r>
              <a:rPr lang="en-US" sz="1512" b="1" spc="-37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youssef : reg &amp; login </a:t>
            </a:r>
          </a:p>
          <a:p>
            <a:pPr algn="just">
              <a:lnSpc>
                <a:spcPts val="1663"/>
              </a:lnSpc>
            </a:pPr>
            <a:r>
              <a:rPr lang="en-US" sz="1512" b="1" spc="-37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mark : home &amp; navbar</a:t>
            </a:r>
          </a:p>
          <a:p>
            <a:pPr algn="just">
              <a:lnSpc>
                <a:spcPts val="1663"/>
              </a:lnSpc>
            </a:pPr>
            <a:r>
              <a:rPr lang="en-US" sz="1512" b="1" spc="-37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mohamed : blog</a:t>
            </a:r>
          </a:p>
          <a:p>
            <a:pPr algn="just">
              <a:lnSpc>
                <a:spcPts val="1663"/>
              </a:lnSpc>
            </a:pPr>
            <a:r>
              <a:rPr lang="en-US" sz="1512" b="1" spc="-37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sultan : AddOns 1 + search</a:t>
            </a:r>
          </a:p>
          <a:p>
            <a:pPr algn="just">
              <a:lnSpc>
                <a:spcPts val="1663"/>
              </a:lnSpc>
            </a:pPr>
            <a:r>
              <a:rPr lang="en-US" sz="1512" b="1" spc="-37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kareem : AddOns 2 </a:t>
            </a:r>
          </a:p>
          <a:p>
            <a:pPr algn="just">
              <a:lnSpc>
                <a:spcPts val="1663"/>
              </a:lnSpc>
            </a:pPr>
            <a:r>
              <a:rPr lang="en-US" sz="1512" b="1" spc="-37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mahmoud : categories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776766" y="6485645"/>
            <a:ext cx="2351047" cy="1399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7"/>
              </a:lnSpc>
              <a:spcBef>
                <a:spcPct val="0"/>
              </a:spcBef>
            </a:pPr>
            <a:r>
              <a:rPr lang="en-US" sz="1588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1-2-3 mark</a:t>
            </a:r>
          </a:p>
          <a:p>
            <a:pPr algn="l">
              <a:lnSpc>
                <a:spcPts val="1747"/>
              </a:lnSpc>
              <a:spcBef>
                <a:spcPct val="0"/>
              </a:spcBef>
            </a:pPr>
            <a:r>
              <a:rPr lang="en-US" sz="1588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4-5 domty </a:t>
            </a:r>
          </a:p>
          <a:p>
            <a:pPr algn="l">
              <a:lnSpc>
                <a:spcPts val="1747"/>
              </a:lnSpc>
              <a:spcBef>
                <a:spcPct val="0"/>
              </a:spcBef>
            </a:pPr>
            <a:r>
              <a:rPr lang="en-US" sz="1588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6-7 mohamed</a:t>
            </a:r>
          </a:p>
          <a:p>
            <a:pPr algn="l">
              <a:lnSpc>
                <a:spcPts val="1747"/>
              </a:lnSpc>
              <a:spcBef>
                <a:spcPct val="0"/>
              </a:spcBef>
            </a:pPr>
            <a:r>
              <a:rPr lang="en-US" sz="1588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8-9 -10 mahmoud</a:t>
            </a:r>
          </a:p>
          <a:p>
            <a:pPr algn="l">
              <a:lnSpc>
                <a:spcPts val="1747"/>
              </a:lnSpc>
              <a:spcBef>
                <a:spcPct val="0"/>
              </a:spcBef>
            </a:pPr>
            <a:r>
              <a:rPr lang="en-US" sz="1588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11-12 kareem</a:t>
            </a:r>
          </a:p>
          <a:p>
            <a:pPr algn="l">
              <a:lnSpc>
                <a:spcPts val="1747"/>
              </a:lnSpc>
              <a:spcBef>
                <a:spcPct val="0"/>
              </a:spcBef>
            </a:pPr>
            <a:r>
              <a:rPr lang="en-US" sz="1588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13-14 sultan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736720" y="6438020"/>
            <a:ext cx="3220345" cy="1303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63"/>
              </a:lnSpc>
            </a:pPr>
            <a:r>
              <a:rPr lang="en-US" sz="1512" b="1" spc="-37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youssef : Staff</a:t>
            </a:r>
          </a:p>
          <a:p>
            <a:pPr algn="just">
              <a:lnSpc>
                <a:spcPts val="1663"/>
              </a:lnSpc>
            </a:pPr>
            <a:r>
              <a:rPr lang="en-US" sz="1512" b="1" spc="-37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mark : Address</a:t>
            </a:r>
          </a:p>
          <a:p>
            <a:pPr algn="just">
              <a:lnSpc>
                <a:spcPts val="1663"/>
              </a:lnSpc>
            </a:pPr>
            <a:r>
              <a:rPr lang="en-US" sz="1512" b="1" spc="-37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mohamed : Film _ actor+language</a:t>
            </a:r>
          </a:p>
          <a:p>
            <a:pPr algn="just">
              <a:lnSpc>
                <a:spcPts val="1663"/>
              </a:lnSpc>
            </a:pPr>
            <a:r>
              <a:rPr lang="en-US" sz="1512" b="1" spc="-37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sultan : Film</a:t>
            </a:r>
          </a:p>
          <a:p>
            <a:pPr algn="just">
              <a:lnSpc>
                <a:spcPts val="1663"/>
              </a:lnSpc>
            </a:pPr>
            <a:r>
              <a:rPr lang="en-US" sz="1512" b="1" spc="-37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kareem : Store + category</a:t>
            </a:r>
          </a:p>
          <a:p>
            <a:pPr algn="just">
              <a:lnSpc>
                <a:spcPts val="1663"/>
              </a:lnSpc>
            </a:pPr>
            <a:r>
              <a:rPr lang="en-US" sz="1512" b="1" spc="-37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mahmoud : Payment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889974" y="8446782"/>
            <a:ext cx="2661306" cy="26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7"/>
              </a:lnSpc>
              <a:spcBef>
                <a:spcPct val="0"/>
              </a:spcBef>
            </a:pPr>
            <a:r>
              <a:rPr lang="en-US" sz="1588" b="1" u="sng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  <a:hlinkClick r:id="rId4" tooltip="https://automationexercise.com"/>
              </a:rPr>
              <a:t>automationexercise.com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98135" y="8466956"/>
            <a:ext cx="3889416" cy="26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7"/>
              </a:lnSpc>
              <a:spcBef>
                <a:spcPct val="0"/>
              </a:spcBef>
            </a:pPr>
            <a:r>
              <a:rPr lang="en-US" sz="1588" b="1" u="sng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  <a:hlinkClick r:id="rId5" tooltip="https://ecommerce-playground.lambdatest.io"/>
              </a:rPr>
              <a:t>ecommerce-playground.lambdatest.io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892665" y="8343522"/>
            <a:ext cx="2661306" cy="719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7"/>
              </a:lnSpc>
            </a:pPr>
            <a:r>
              <a:rPr lang="en-US" sz="1588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Sakila</a:t>
            </a:r>
          </a:p>
          <a:p>
            <a:pPr algn="ctr">
              <a:lnSpc>
                <a:spcPts val="1747"/>
              </a:lnSpc>
              <a:spcBef>
                <a:spcPct val="0"/>
              </a:spcBef>
            </a:pPr>
            <a:r>
              <a:rPr lang="en-US" sz="1588" b="1" u="sng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  <a:hlinkClick r:id="rId6" tooltip="https://downloads.mysql.com/docs/sakila-db.zip"/>
              </a:rPr>
              <a:t>https://downloads.mysql.com/docs/sakila-db.zip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482657" y="8570217"/>
            <a:ext cx="3889416" cy="26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7"/>
              </a:lnSpc>
              <a:spcBef>
                <a:spcPct val="0"/>
              </a:spcBef>
            </a:pPr>
            <a:r>
              <a:rPr lang="en-US" sz="1588" b="1" u="sng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  <a:hlinkClick r:id="rId5" tooltip="https://ecommerce-playground.lambdatest.io"/>
              </a:rPr>
              <a:t>ecommerce-playground.lambdatest.io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858007" y="6254073"/>
            <a:ext cx="2351047" cy="596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  <a:spcBef>
                <a:spcPct val="0"/>
              </a:spcBef>
            </a:pPr>
            <a:r>
              <a:rPr lang="en-US" sz="1988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Same as manual testing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877124" y="-5774681"/>
            <a:ext cx="23030315" cy="2303031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4098350" y="-2995907"/>
            <a:ext cx="17472768" cy="1747276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311443" y="-209001"/>
            <a:ext cx="11898955" cy="1189895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4211727" y="656501"/>
            <a:ext cx="2262828" cy="2277060"/>
          </a:xfrm>
          <a:custGeom>
            <a:avLst/>
            <a:gdLst/>
            <a:ahLst/>
            <a:cxnLst/>
            <a:rect l="l" t="t" r="r" b="b"/>
            <a:pathLst>
              <a:path w="2262828" h="2277060">
                <a:moveTo>
                  <a:pt x="0" y="0"/>
                </a:moveTo>
                <a:lnTo>
                  <a:pt x="2262828" y="0"/>
                </a:lnTo>
                <a:lnTo>
                  <a:pt x="2262828" y="2277059"/>
                </a:lnTo>
                <a:lnTo>
                  <a:pt x="0" y="22770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9687106" y="2750597"/>
            <a:ext cx="586943" cy="590634"/>
          </a:xfrm>
          <a:custGeom>
            <a:avLst/>
            <a:gdLst/>
            <a:ahLst/>
            <a:cxnLst/>
            <a:rect l="l" t="t" r="r" b="b"/>
            <a:pathLst>
              <a:path w="586943" h="590634">
                <a:moveTo>
                  <a:pt x="0" y="0"/>
                </a:moveTo>
                <a:lnTo>
                  <a:pt x="586943" y="0"/>
                </a:lnTo>
                <a:lnTo>
                  <a:pt x="586943" y="590634"/>
                </a:lnTo>
                <a:lnTo>
                  <a:pt x="0" y="5906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2201266" y="1881890"/>
            <a:ext cx="1026166" cy="1032620"/>
          </a:xfrm>
          <a:custGeom>
            <a:avLst/>
            <a:gdLst/>
            <a:ahLst/>
            <a:cxnLst/>
            <a:rect l="l" t="t" r="r" b="b"/>
            <a:pathLst>
              <a:path w="1026166" h="1032620">
                <a:moveTo>
                  <a:pt x="0" y="0"/>
                </a:moveTo>
                <a:lnTo>
                  <a:pt x="1026166" y="0"/>
                </a:lnTo>
                <a:lnTo>
                  <a:pt x="1026166" y="1032620"/>
                </a:lnTo>
                <a:lnTo>
                  <a:pt x="0" y="10326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794577" y="2683922"/>
            <a:ext cx="8349423" cy="3870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37"/>
              </a:lnSpc>
            </a:pPr>
            <a:r>
              <a:rPr lang="en-US" sz="13034" b="1" spc="-325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Thanks for your time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333</Words>
  <Application>Microsoft Office PowerPoint</Application>
  <PresentationFormat>Custom</PresentationFormat>
  <Paragraphs>67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</vt:lpstr>
      <vt:lpstr>Codec Pro</vt:lpstr>
      <vt:lpstr>Codec Pro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Clean Business Strategic Plan Presentation</dc:title>
  <cp:lastModifiedBy>mark mourad</cp:lastModifiedBy>
  <cp:revision>2</cp:revision>
  <dcterms:created xsi:type="dcterms:W3CDTF">2006-08-16T00:00:00Z</dcterms:created>
  <dcterms:modified xsi:type="dcterms:W3CDTF">2026-07-14T11:22:52Z</dcterms:modified>
  <dc:identifier>DAHPWhRJNTM</dc:identifier>
</cp:coreProperties>
</file>